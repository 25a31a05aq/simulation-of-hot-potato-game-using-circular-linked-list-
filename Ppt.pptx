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2" r:id="rId4"/>
    <p:sldId id="259" r:id="rId5"/>
    <p:sldId id="263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43" autoAdjust="0"/>
    <p:restoredTop sz="94660"/>
  </p:normalViewPr>
  <p:slideViewPr>
    <p:cSldViewPr snapToGrid="0">
      <p:cViewPr>
        <p:scale>
          <a:sx n="75" d="100"/>
          <a:sy n="75" d="100"/>
        </p:scale>
        <p:origin x="140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lidi Kavya" userId="47341e2118062930" providerId="LiveId" clId="{4AF57F0E-CF96-40C6-8CBE-F4F4263EA93C}"/>
    <pc:docChg chg="modSld">
      <pc:chgData name="Mallidi Kavya" userId="47341e2118062930" providerId="LiveId" clId="{4AF57F0E-CF96-40C6-8CBE-F4F4263EA93C}" dt="2026-04-12T11:43:33.191" v="21"/>
      <pc:docMkLst>
        <pc:docMk/>
      </pc:docMkLst>
      <pc:sldChg chg="modSp mod">
        <pc:chgData name="Mallidi Kavya" userId="47341e2118062930" providerId="LiveId" clId="{4AF57F0E-CF96-40C6-8CBE-F4F4263EA93C}" dt="2026-04-12T11:42:38.866" v="17"/>
        <pc:sldMkLst>
          <pc:docMk/>
          <pc:sldMk cId="926595301" sldId="259"/>
        </pc:sldMkLst>
        <pc:spChg chg="mod">
          <ac:chgData name="Mallidi Kavya" userId="47341e2118062930" providerId="LiveId" clId="{4AF57F0E-CF96-40C6-8CBE-F4F4263EA93C}" dt="2026-04-12T11:42:38.866" v="17"/>
          <ac:spMkLst>
            <pc:docMk/>
            <pc:sldMk cId="926595301" sldId="259"/>
            <ac:spMk id="3" creationId="{FABCA68F-AF59-9BDC-E0FD-199EC8CFB295}"/>
          </ac:spMkLst>
        </pc:spChg>
      </pc:sldChg>
      <pc:sldChg chg="modSp mod">
        <pc:chgData name="Mallidi Kavya" userId="47341e2118062930" providerId="LiveId" clId="{4AF57F0E-CF96-40C6-8CBE-F4F4263EA93C}" dt="2026-04-12T11:43:33.191" v="21"/>
        <pc:sldMkLst>
          <pc:docMk/>
          <pc:sldMk cId="472293382" sldId="261"/>
        </pc:sldMkLst>
        <pc:spChg chg="mod">
          <ac:chgData name="Mallidi Kavya" userId="47341e2118062930" providerId="LiveId" clId="{4AF57F0E-CF96-40C6-8CBE-F4F4263EA93C}" dt="2026-04-12T11:43:33.191" v="21"/>
          <ac:spMkLst>
            <pc:docMk/>
            <pc:sldMk cId="472293382" sldId="261"/>
            <ac:spMk id="3" creationId="{C8BF55A8-787E-7814-BB18-A2AC77FE991A}"/>
          </ac:spMkLst>
        </pc:spChg>
      </pc:sldChg>
      <pc:sldChg chg="modSp mod">
        <pc:chgData name="Mallidi Kavya" userId="47341e2118062930" providerId="LiveId" clId="{4AF57F0E-CF96-40C6-8CBE-F4F4263EA93C}" dt="2026-04-12T11:42:46.130" v="19"/>
        <pc:sldMkLst>
          <pc:docMk/>
          <pc:sldMk cId="2272409981" sldId="263"/>
        </pc:sldMkLst>
        <pc:spChg chg="mod">
          <ac:chgData name="Mallidi Kavya" userId="47341e2118062930" providerId="LiveId" clId="{4AF57F0E-CF96-40C6-8CBE-F4F4263EA93C}" dt="2026-04-12T11:42:46.130" v="19"/>
          <ac:spMkLst>
            <pc:docMk/>
            <pc:sldMk cId="2272409981" sldId="263"/>
            <ac:spMk id="3" creationId="{59C41D14-2E30-074C-9EDB-61EC66AEFAA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13C9E44-3A2D-46B5-8731-63B1CF1EC028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4F09637-8FA0-4E3C-B9CE-91A2AFB26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204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9E44-3A2D-46B5-8731-63B1CF1EC028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9637-8FA0-4E3C-B9CE-91A2AFB26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862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13C9E44-3A2D-46B5-8731-63B1CF1EC028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4F09637-8FA0-4E3C-B9CE-91A2AFB26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548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9E44-3A2D-46B5-8731-63B1CF1EC028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9637-8FA0-4E3C-B9CE-91A2AFB26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490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9E44-3A2D-46B5-8731-63B1CF1EC028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9637-8FA0-4E3C-B9CE-91A2AFB26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19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9E44-3A2D-46B5-8731-63B1CF1EC028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9637-8FA0-4E3C-B9CE-91A2AFB26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03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9E44-3A2D-46B5-8731-63B1CF1EC028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9637-8FA0-4E3C-B9CE-91A2AFB26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72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9E44-3A2D-46B5-8731-63B1CF1EC028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9637-8FA0-4E3C-B9CE-91A2AFB26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476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9E44-3A2D-46B5-8731-63B1CF1EC028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9637-8FA0-4E3C-B9CE-91A2AFB26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066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9E44-3A2D-46B5-8731-63B1CF1EC028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9637-8FA0-4E3C-B9CE-91A2AFB26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609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13C9E44-3A2D-46B5-8731-63B1CF1EC028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4F09637-8FA0-4E3C-B9CE-91A2AFB26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853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13C9E44-3A2D-46B5-8731-63B1CF1EC028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4F09637-8FA0-4E3C-B9CE-91A2AFB26F2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43710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13C9E44-3A2D-46B5-8731-63B1CF1EC028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4F09637-8FA0-4E3C-B9CE-91A2AFB26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3418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9E44-3A2D-46B5-8731-63B1CF1EC028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9637-8FA0-4E3C-B9CE-91A2AFB26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0565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9E44-3A2D-46B5-8731-63B1CF1EC028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9637-8FA0-4E3C-B9CE-91A2AFB26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602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9E44-3A2D-46B5-8731-63B1CF1EC028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9637-8FA0-4E3C-B9CE-91A2AFB26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6436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13C9E44-3A2D-46B5-8731-63B1CF1EC028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4F09637-8FA0-4E3C-B9CE-91A2AFB26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781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C9E44-3A2D-46B5-8731-63B1CF1EC028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09637-8FA0-4E3C-B9CE-91A2AFB26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991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6CE7-2EA5-1CE3-7B4F-3C163476F2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SIMULATION OF HOT POTATO GAME USING CIRCULAR LINKED LIST 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39614-393C-5AE0-D51C-377A0C108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300524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                                       </a:t>
            </a:r>
            <a:r>
              <a:rPr lang="en-US" sz="2800" dirty="0"/>
              <a:t>Team Members </a:t>
            </a:r>
          </a:p>
          <a:p>
            <a:r>
              <a:rPr lang="en-US" dirty="0"/>
              <a:t>                             Durga Sri Anjani-25A31A0573</a:t>
            </a:r>
          </a:p>
          <a:p>
            <a:r>
              <a:rPr lang="en-US" dirty="0"/>
              <a:t>                             Mallidi Kavya-25A31A0583</a:t>
            </a:r>
          </a:p>
          <a:p>
            <a:r>
              <a:rPr lang="en-US" dirty="0"/>
              <a:t>                             </a:t>
            </a:r>
            <a:r>
              <a:rPr lang="en-US" dirty="0" err="1"/>
              <a:t>Guttula</a:t>
            </a:r>
            <a:r>
              <a:rPr lang="en-US" dirty="0"/>
              <a:t> Venkata Navadeep-25A31A05AH</a:t>
            </a:r>
          </a:p>
          <a:p>
            <a:r>
              <a:rPr lang="en-IN" dirty="0"/>
              <a:t>                             </a:t>
            </a:r>
            <a:r>
              <a:rPr lang="en-IN" dirty="0" err="1"/>
              <a:t>Mirthipati</a:t>
            </a:r>
            <a:r>
              <a:rPr lang="en-IN" dirty="0"/>
              <a:t> Subhash-</a:t>
            </a:r>
            <a:r>
              <a:rPr lang="en-US" dirty="0"/>
              <a:t>25A31A05AQ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1388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E999C-7917-A254-D508-4D6F8D06D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35" y="567159"/>
            <a:ext cx="10922001" cy="57526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Algerian" panose="04020705040A02060702" pitchFamily="82" charset="0"/>
                <a:cs typeface="Times New Roman" panose="02020603050405020304" pitchFamily="18" charset="0"/>
              </a:rPr>
              <a:t>Introduction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Hot Potato Game using Circular Linked List is a data structure-based project that simulates a real-life elimination game. In this game, players are arranged in a circular manner, and every k-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player is eliminated until only one player remains as the winner. This project helps in understanding how circular linked lists work in practical applications</a:t>
            </a:r>
            <a:r>
              <a:rPr lang="en-US" sz="3200" dirty="0">
                <a:latin typeface="Algerian" panose="04020705040A02060702" pitchFamily="82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67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8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788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1D91E-7AF5-380C-F27F-255AD65FF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775504"/>
            <a:ext cx="10820400" cy="544318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16000" dirty="0">
                <a:latin typeface="Algerian" panose="04020705040A02060702" pitchFamily="82" charset="0"/>
                <a:cs typeface="Times New Roman" panose="02020603050405020304" pitchFamily="18" charset="0"/>
              </a:rPr>
              <a:t>Data Structure Explanation</a:t>
            </a:r>
          </a:p>
          <a:p>
            <a:pPr marL="0" indent="0">
              <a:buNone/>
            </a:pPr>
            <a:r>
              <a:rPr lang="en-US" sz="9600" dirty="0">
                <a:latin typeface="Algerian" panose="04020705040A02060702" pitchFamily="82" charset="0"/>
                <a:cs typeface="Times New Roman" panose="02020603050405020304" pitchFamily="18" charset="0"/>
              </a:rPr>
              <a:t> ➡️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Linked List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Circular Linked List is a type of linked list where: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node points back to the first node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NULL at the end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forms a circular structure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➡️ Why we use it here?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 game runs in a circle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continuous traversal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starting or ending point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➡️ Operations used: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(adding players)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(moving through players)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(eliminating players)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026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CA68F-AF59-9BDC-E0FD-199EC8CFB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670560"/>
            <a:ext cx="10820400" cy="554812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16000" dirty="0">
                <a:latin typeface="Algerian" panose="04020705040A02060702" pitchFamily="82" charset="0"/>
              </a:rPr>
              <a:t>  Algorithm</a:t>
            </a:r>
          </a:p>
          <a:p>
            <a:pPr marL="0" indent="0">
              <a:buNone/>
            </a:pPr>
            <a:r>
              <a:rPr lang="en-US" sz="12800" dirty="0">
                <a:latin typeface="Algerian" panose="04020705040A02060702" pitchFamily="82" charset="0"/>
                <a:cs typeface="Times New Roman" panose="02020603050405020304" pitchFamily="18" charset="0"/>
              </a:rPr>
              <a:t>➡️ </a:t>
            </a:r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marL="0" indent="0">
              <a:buNone/>
            </a:pPr>
            <a:r>
              <a:rPr lang="en-US" sz="12800" dirty="0">
                <a:latin typeface="Algerian" panose="04020705040A02060702" pitchFamily="82" charset="0"/>
                <a:cs typeface="Times New Roman" panose="02020603050405020304" pitchFamily="18" charset="0"/>
              </a:rPr>
              <a:t>➡️ </a:t>
            </a:r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circular linked list with players</a:t>
            </a:r>
          </a:p>
          <a:p>
            <a:pPr marL="0" indent="0">
              <a:buNone/>
            </a:pPr>
            <a:r>
              <a:rPr lang="en-US" sz="12800" dirty="0">
                <a:latin typeface="Algerian" panose="04020705040A02060702" pitchFamily="82" charset="0"/>
                <a:cs typeface="Times New Roman" panose="02020603050405020304" pitchFamily="18" charset="0"/>
              </a:rPr>
              <a:t>➡️ </a:t>
            </a:r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current pointer to first player</a:t>
            </a:r>
          </a:p>
          <a:p>
            <a:pPr marL="0" indent="0">
              <a:buNone/>
            </a:pPr>
            <a:r>
              <a:rPr lang="en-US" sz="12800" dirty="0">
                <a:latin typeface="Algerian" panose="04020705040A02060702" pitchFamily="82" charset="0"/>
                <a:cs typeface="Times New Roman" panose="02020603050405020304" pitchFamily="18" charset="0"/>
              </a:rPr>
              <a:t>➡️ </a:t>
            </a:r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until only one node remains:</a:t>
            </a:r>
          </a:p>
          <a:p>
            <a:pPr marL="0" indent="0">
              <a:buNone/>
            </a:pPr>
            <a:r>
              <a:rPr lang="en-US" sz="12800" dirty="0">
                <a:latin typeface="Algerian" panose="04020705040A02060702" pitchFamily="82" charset="0"/>
                <a:cs typeface="Times New Roman" panose="02020603050405020304" pitchFamily="18" charset="0"/>
              </a:rPr>
              <a:t>➡️ </a:t>
            </a:r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k-1 steps forward</a:t>
            </a:r>
          </a:p>
          <a:p>
            <a:pPr marL="0" indent="0">
              <a:buNone/>
            </a:pPr>
            <a:r>
              <a:rPr lang="en-US" sz="12800" dirty="0">
                <a:latin typeface="Algerian" panose="04020705040A02060702" pitchFamily="82" charset="0"/>
                <a:cs typeface="Times New Roman" panose="02020603050405020304" pitchFamily="18" charset="0"/>
              </a:rPr>
              <a:t>➡️ </a:t>
            </a:r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the k-</a:t>
            </a:r>
            <a:r>
              <a:rPr lang="en-US" sz="1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</a:t>
            </a:r>
          </a:p>
          <a:p>
            <a:pPr marL="0" indent="0">
              <a:buNone/>
            </a:pPr>
            <a:r>
              <a:rPr lang="en-US" sz="12800" dirty="0">
                <a:latin typeface="Algerian" panose="04020705040A02060702" pitchFamily="82" charset="0"/>
                <a:cs typeface="Times New Roman" panose="02020603050405020304" pitchFamily="18" charset="0"/>
              </a:rPr>
              <a:t>➡️ </a:t>
            </a:r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from next node</a:t>
            </a:r>
          </a:p>
          <a:p>
            <a:pPr marL="0" indent="0">
              <a:buNone/>
            </a:pPr>
            <a:r>
              <a:rPr lang="en-US" sz="12800" dirty="0">
                <a:latin typeface="Algerian" panose="04020705040A02060702" pitchFamily="82" charset="0"/>
                <a:cs typeface="Times New Roman" panose="02020603050405020304" pitchFamily="18" charset="0"/>
              </a:rPr>
              <a:t>➡️ </a:t>
            </a:r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the last remaining node as winner</a:t>
            </a:r>
          </a:p>
          <a:p>
            <a:pPr marL="0" indent="0">
              <a:buNone/>
            </a:pPr>
            <a:r>
              <a:rPr lang="en-US" sz="12800" dirty="0">
                <a:latin typeface="Algerian" panose="04020705040A02060702" pitchFamily="82" charset="0"/>
                <a:cs typeface="Times New Roman" panose="02020603050405020304" pitchFamily="18" charset="0"/>
              </a:rPr>
              <a:t>➡️ </a:t>
            </a:r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</a:p>
          <a:p>
            <a:endParaRPr lang="en-US" sz="1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IN" sz="1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595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41D14-2E30-074C-9EDB-61EC66AEF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58816"/>
            <a:ext cx="10820400" cy="585987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12000" dirty="0">
                <a:latin typeface="Algerian" panose="04020705040A02060702" pitchFamily="82" charset="0"/>
                <a:cs typeface="Times New Roman" panose="02020603050405020304" pitchFamily="18" charset="0"/>
              </a:rPr>
              <a:t>Diagram</a:t>
            </a:r>
          </a:p>
          <a:p>
            <a:pPr marL="0" indent="0">
              <a:buNone/>
            </a:pPr>
            <a:r>
              <a:rPr lang="en-US" sz="9600" dirty="0">
                <a:latin typeface="Algerian" panose="04020705040A02060702" pitchFamily="82" charset="0"/>
                <a:cs typeface="Times New Roman" panose="02020603050405020304" pitchFamily="18" charset="0"/>
              </a:rPr>
              <a:t>➡️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with 5 players:</a:t>
            </a:r>
          </a:p>
          <a:p>
            <a:pPr marL="0" indent="0">
              <a:buNone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 B → C → D → E</a:t>
            </a:r>
          </a:p>
          <a:p>
            <a:pPr marL="0" indent="0">
              <a:buNone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↑                                  ↓</a:t>
            </a:r>
          </a:p>
          <a:p>
            <a:pPr marL="0" indent="0">
              <a:buNone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 ← ← ← ← ← ← ← </a:t>
            </a:r>
          </a:p>
          <a:p>
            <a:pPr marL="0" indent="0">
              <a:buNone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elimination (k = 3):</a:t>
            </a:r>
          </a:p>
          <a:p>
            <a:pPr marL="0" indent="0">
              <a:buNone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C removed</a:t>
            </a:r>
          </a:p>
          <a:p>
            <a:pPr marL="0" indent="0">
              <a:buNone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 B → D → E</a:t>
            </a:r>
          </a:p>
          <a:p>
            <a:pPr marL="0" indent="0">
              <a:buNone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A removed</a:t>
            </a:r>
          </a:p>
          <a:p>
            <a:pPr marL="0" indent="0">
              <a:buNone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→ D → E</a:t>
            </a:r>
          </a:p>
          <a:p>
            <a:pPr marL="0" indent="0">
              <a:buNone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E removed</a:t>
            </a:r>
          </a:p>
          <a:p>
            <a:pPr marL="0" indent="0">
              <a:buNone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→ D</a:t>
            </a:r>
          </a:p>
          <a:p>
            <a:pPr marL="0" indent="0">
              <a:buNone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Winner: D 🏆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2409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A6081-EA19-76FF-B9A6-74BCCDE48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276" y="142241"/>
            <a:ext cx="10755923" cy="62006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dirty="0">
                <a:latin typeface="Algerian" panose="04020705040A02060702" pitchFamily="82" charset="0"/>
              </a:rPr>
              <a:t>CODE</a:t>
            </a:r>
          </a:p>
          <a:p>
            <a:pPr marL="0" indent="0">
              <a:buNone/>
            </a:pPr>
            <a:r>
              <a:rPr lang="en-IN" sz="1100" dirty="0"/>
              <a:t>for (int </a:t>
            </a:r>
            <a:r>
              <a:rPr lang="en-IN" sz="1100" dirty="0" err="1"/>
              <a:t>i</a:t>
            </a:r>
            <a:r>
              <a:rPr lang="en-IN" sz="1100" dirty="0"/>
              <a:t> = 1; </a:t>
            </a:r>
            <a:r>
              <a:rPr lang="en-IN" sz="1100" dirty="0" err="1"/>
              <a:t>i</a:t>
            </a:r>
            <a:r>
              <a:rPr lang="en-IN" sz="1100" dirty="0"/>
              <a:t> &lt;= k; </a:t>
            </a:r>
            <a:r>
              <a:rPr lang="en-IN" sz="1100" dirty="0" err="1"/>
              <a:t>i</a:t>
            </a:r>
            <a:r>
              <a:rPr lang="en-IN" sz="1100" dirty="0"/>
              <a:t>++) {</a:t>
            </a:r>
          </a:p>
          <a:p>
            <a:pPr marL="0" indent="0">
              <a:buNone/>
            </a:pPr>
            <a:r>
              <a:rPr lang="en-IN" sz="1100" dirty="0"/>
              <a:t>   </a:t>
            </a:r>
            <a:r>
              <a:rPr lang="en-IN" sz="1100" dirty="0" err="1"/>
              <a:t>prev</a:t>
            </a:r>
            <a:r>
              <a:rPr lang="en-IN" sz="1100" dirty="0"/>
              <a:t> = </a:t>
            </a:r>
            <a:r>
              <a:rPr lang="en-IN" sz="1100" dirty="0" err="1"/>
              <a:t>curr</a:t>
            </a:r>
            <a:r>
              <a:rPr lang="en-IN" sz="1100" dirty="0"/>
              <a:t>;</a:t>
            </a:r>
          </a:p>
          <a:p>
            <a:pPr marL="0" indent="0">
              <a:buNone/>
            </a:pPr>
            <a:r>
              <a:rPr lang="en-IN" sz="1100" dirty="0"/>
              <a:t>    </a:t>
            </a:r>
            <a:r>
              <a:rPr lang="en-IN" sz="1100" dirty="0" err="1"/>
              <a:t>curr</a:t>
            </a:r>
            <a:r>
              <a:rPr lang="en-IN" sz="1100" dirty="0"/>
              <a:t> = </a:t>
            </a:r>
            <a:r>
              <a:rPr lang="en-IN" sz="1100" dirty="0" err="1"/>
              <a:t>curr</a:t>
            </a:r>
            <a:r>
              <a:rPr lang="en-IN" sz="1100" dirty="0"/>
              <a:t>-&gt;next;</a:t>
            </a:r>
          </a:p>
          <a:p>
            <a:pPr marL="0" indent="0">
              <a:buNone/>
            </a:pPr>
            <a:r>
              <a:rPr lang="en-IN" sz="1100" dirty="0"/>
              <a:t>}</a:t>
            </a:r>
          </a:p>
          <a:p>
            <a:pPr marL="0" indent="0">
              <a:buNone/>
            </a:pPr>
            <a:r>
              <a:rPr lang="en-IN" sz="1100" dirty="0"/>
              <a:t>Node* temp = </a:t>
            </a:r>
            <a:r>
              <a:rPr lang="en-IN" sz="1100" dirty="0" err="1"/>
              <a:t>curr</a:t>
            </a:r>
            <a:r>
              <a:rPr lang="en-IN" sz="1100" dirty="0"/>
              <a:t>;</a:t>
            </a:r>
          </a:p>
          <a:p>
            <a:pPr marL="0" indent="0">
              <a:buNone/>
            </a:pPr>
            <a:r>
              <a:rPr lang="en-IN" sz="1100" dirty="0"/>
              <a:t>while (temp-&gt;next != </a:t>
            </a:r>
            <a:r>
              <a:rPr lang="en-IN" sz="1100" dirty="0" err="1"/>
              <a:t>prev</a:t>
            </a:r>
            <a:r>
              <a:rPr lang="en-IN" sz="1100" dirty="0"/>
              <a:t>) {</a:t>
            </a:r>
          </a:p>
          <a:p>
            <a:pPr marL="0" indent="0">
              <a:buNone/>
            </a:pPr>
            <a:r>
              <a:rPr lang="en-IN" sz="1100" dirty="0"/>
              <a:t>    temp = temp-&gt;next;</a:t>
            </a:r>
          </a:p>
          <a:p>
            <a:pPr marL="0" indent="0">
              <a:buNone/>
            </a:pPr>
            <a:r>
              <a:rPr lang="en-IN" sz="1100" dirty="0"/>
              <a:t>}</a:t>
            </a:r>
          </a:p>
          <a:p>
            <a:pPr marL="0" indent="0">
              <a:buNone/>
            </a:pPr>
            <a:r>
              <a:rPr lang="en-IN" sz="1100" dirty="0"/>
              <a:t>temp-&gt;next = </a:t>
            </a:r>
            <a:r>
              <a:rPr lang="en-IN" sz="1100" dirty="0" err="1"/>
              <a:t>prev</a:t>
            </a:r>
            <a:r>
              <a:rPr lang="en-IN" sz="1100" dirty="0"/>
              <a:t>-&gt;next;</a:t>
            </a:r>
          </a:p>
          <a:p>
            <a:pPr marL="0" indent="0">
              <a:buNone/>
            </a:pPr>
            <a:r>
              <a:rPr lang="en-IN" sz="1100" dirty="0"/>
              <a:t>delete </a:t>
            </a:r>
            <a:r>
              <a:rPr lang="en-IN" sz="1100" dirty="0" err="1"/>
              <a:t>prev</a:t>
            </a:r>
            <a:r>
              <a:rPr lang="en-IN" sz="1100" dirty="0"/>
              <a:t>;</a:t>
            </a:r>
          </a:p>
          <a:p>
            <a:pPr marL="0" indent="0">
              <a:buNone/>
            </a:pPr>
            <a:r>
              <a:rPr lang="en-IN" sz="3200" dirty="0">
                <a:latin typeface="Algerian" panose="04020705040A02060702" pitchFamily="82" charset="0"/>
              </a:rPr>
              <a:t>OUTPUT</a:t>
            </a: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number of players: 5</a:t>
            </a: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Players: A B C D E</a:t>
            </a: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3</a:t>
            </a: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Eliminated: C</a:t>
            </a: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Eliminated: A</a:t>
            </a: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Eliminated: E</a:t>
            </a: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Eliminated: B</a:t>
            </a: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Winner: D 🏆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4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552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F55A8-787E-7814-BB18-A2AC77FE9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80618"/>
            <a:ext cx="10820400" cy="5038067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>
                <a:latin typeface="Algerian" panose="04020705040A02060702" pitchFamily="82" charset="0"/>
              </a:rPr>
              <a:t>  Conclusion</a:t>
            </a:r>
          </a:p>
          <a:p>
            <a:pPr marL="0" indent="0">
              <a:buNone/>
            </a:pPr>
            <a:r>
              <a:rPr lang="en-US" sz="3200">
                <a:latin typeface="Algerian" panose="04020705040A02060702" pitchFamily="82" charset="0"/>
                <a:cs typeface="Times New Roman" panose="02020603050405020304" pitchFamily="18" charset="0"/>
              </a:rPr>
              <a:t>➡️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successfully demonstrates the working of a Circular Linked List using a real-world game simulation. It helps in understanding dynamic memory management, node deletion, and circular traversal. It also improves problem-solving skills in data structures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229338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99</TotalTime>
  <Words>433</Words>
  <Application>Microsoft Office PowerPoint</Application>
  <PresentationFormat>Widescreen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Algerian</vt:lpstr>
      <vt:lpstr>Arial</vt:lpstr>
      <vt:lpstr>Century Gothic</vt:lpstr>
      <vt:lpstr>Times New Roman</vt:lpstr>
      <vt:lpstr>Vapor Trail</vt:lpstr>
      <vt:lpstr>SIMULATION OF HOT POTATO GAME USING CIRCULAR LINKED LIST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Mallidi Kavya</dc:creator>
  <cp:lastModifiedBy>Mallidi Kavya</cp:lastModifiedBy>
  <cp:revision>2</cp:revision>
  <dcterms:created xsi:type="dcterms:W3CDTF">2026-04-12T10:04:19Z</dcterms:created>
  <dcterms:modified xsi:type="dcterms:W3CDTF">2026-04-12T11:43:52Z</dcterms:modified>
</cp:coreProperties>
</file>